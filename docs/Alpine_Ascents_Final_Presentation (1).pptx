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96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633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the team and that this is the final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Mountaineering knowledge is scattered. Beginners cannot build a clear picture. Our site puts it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 drive every design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Neo-brutalist editorial style, like a printed expedition field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 sections in one flow, with a fixed header, colour rhythm and a bottom ticker.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interaction has a teaching purpose, not just decoration.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History runs from the first ascent of Mont Blanc in 1786 through the Golden Age and the Everest era. Techniques cover route finding, anchoring, belaying and rappelling.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Hazards use a dark canvas to feel serious. Records use animated counters.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Leaflet with Esri Light Gray tiles shows real clubs. The gallery and success stories add visual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backend, no database, no build step. Pure web standards plus four libraries.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restarted twice to reach a stronger idea, and fixed the map tiles after two providers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claims we can demonstrate are listed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eProject documents cover analysis, design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each team member and their student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hero, history, hazards, clubs map, gallery. Then summarise the completed project, then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7799"/>
            <a:ext cx="12192000" cy="6931141"/>
          </a:xfrm>
          <a:prstGeom prst="rect">
            <a:avLst/>
          </a:prstGeom>
          <a:effectLst>
            <a:outerShdw dist="50800" dir="5400000" algn="ctr" rotWithShape="0">
              <a:srgbClr val="000000"/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APTECH eProject  |  BATCH 2605 C1  |  FINAL PRESENTATION  |  COMPLETED PROJECT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ALPINE</a:t>
            </a:r>
            <a:endParaRPr lang="en-US" sz="8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48640" y="26517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i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Ascents</a:t>
            </a:r>
            <a:endParaRPr lang="en-US" sz="7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educational mountaineering website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Web Design  ·  UI/UX</a:t>
            </a:r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Interactive Storytelling  ·</a:t>
            </a:r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Frontend Engineering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30936" y="1911096"/>
            <a:ext cx="5669280" cy="4206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5669280" cy="420624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65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68880"/>
            <a:ext cx="5303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Mountaineering knowledge is scattered across dense encyclopedias, outdated club sites, forums and news feeds.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Beginners struggle to build a clear picture of alpine history, technique and safety.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Alpine Ascents brings 11 sections into one scroll-driven experience.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848856" y="1911096"/>
            <a:ext cx="4846320" cy="1280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0" y="1828800"/>
            <a:ext cx="484632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0" y="1965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STUDENTS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2468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history timelines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48856" y="3374136"/>
            <a:ext cx="4846320" cy="1280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3291840"/>
            <a:ext cx="484632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4944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BEGINNERS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39319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Techniques, shelter and safety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48856" y="4837176"/>
            <a:ext cx="4846320" cy="1280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66560" y="4754880"/>
            <a:ext cx="484632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49440" y="4892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HOBBYISTS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5394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access to records and clubs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STRATEGY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OBJECTIVES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30936" y="1911096"/>
            <a:ext cx="539496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5394960" cy="192024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CONTINUOUS FLOW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6888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uninterrupted page instead of scattered links.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300216" y="1911096"/>
            <a:ext cx="539496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828800"/>
            <a:ext cx="5394960" cy="1920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INTERACTIVE MODULES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46888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Timeline, panels, counters and a clubs map.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30936" y="4105656"/>
            <a:ext cx="539496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4023360"/>
            <a:ext cx="5394960" cy="1920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SCROLL STORYTELLING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6634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GSAP ScrollTrigger guides the reader step by step.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300216" y="4105656"/>
            <a:ext cx="539496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4023360"/>
            <a:ext cx="5394960" cy="192024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CLEAR STRUCTURE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46634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organised sections from history to safety guidelines.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DESIGN SYSTEM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DESIGN DIRECTION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30936" y="1911096"/>
            <a:ext cx="512064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5120640" cy="1143000"/>
          </a:xfrm>
          <a:prstGeom prst="rect">
            <a:avLst/>
          </a:prstGeom>
          <a:solidFill>
            <a:srgbClr val="F2F8FB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2880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WHITE  #F2F8FB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30936" y="3282696"/>
            <a:ext cx="512064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3200400"/>
            <a:ext cx="5120640" cy="1143000"/>
          </a:xfrm>
          <a:prstGeom prst="rect">
            <a:avLst/>
          </a:prstGeom>
          <a:solidFill>
            <a:srgbClr val="000000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20040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 #000000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30936" y="4654296"/>
            <a:ext cx="512064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4572000"/>
            <a:ext cx="5120640" cy="114300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57200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BLUE  #0B5ED7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300216" y="1911096"/>
            <a:ext cx="5394960" cy="1737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0" y="1828800"/>
            <a:ext cx="5394960" cy="17373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TYPOGRAPHY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4688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 for headlines, Bodoni Moda Italic for editorial quotes, Space Grotesk for body and data.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300216" y="3877056"/>
            <a:ext cx="5394960" cy="2148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0" y="3794760"/>
            <a:ext cx="5394960" cy="21488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3931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UI RULES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44348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3-4px black borders, hard offset shadows with no blur, and square corners everywhere.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ARCHITECTURE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SITE STRUCTURE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30936" y="1819656"/>
            <a:ext cx="256032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737360"/>
            <a:ext cx="2560320" cy="109728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737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  HISTORY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465576" y="1819656"/>
            <a:ext cx="256032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1737360"/>
            <a:ext cx="256032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1737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  TYPES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300216" y="1819656"/>
            <a:ext cx="256032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1737360"/>
            <a:ext cx="256032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55080" y="1737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  TECHNIQUES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134856" y="1819656"/>
            <a:ext cx="256032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052560" y="1737360"/>
            <a:ext cx="2560320" cy="109728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89720" y="17373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  SHELTER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30936" y="3191256"/>
            <a:ext cx="256032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108960"/>
            <a:ext cx="256032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108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  HAZARDS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3465576" y="3191256"/>
            <a:ext cx="256032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83280" y="3108960"/>
            <a:ext cx="256032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20440" y="3108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  RECORDS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300216" y="3191256"/>
            <a:ext cx="256032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17920" y="3108960"/>
            <a:ext cx="2560320" cy="109728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55080" y="3108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07  CLUBS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9134856" y="3191256"/>
            <a:ext cx="256032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052560" y="3108960"/>
            <a:ext cx="256032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89720" y="31089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08  SUCCESS STORIES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630936" y="4562856"/>
            <a:ext cx="256032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4480560"/>
            <a:ext cx="256032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09  GALLERY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3465576" y="4562856"/>
            <a:ext cx="256032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383280" y="4480560"/>
            <a:ext cx="2560320" cy="109728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520440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  LATEST DEVELOPMENTS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6300216" y="4562856"/>
            <a:ext cx="256032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17920" y="4480560"/>
            <a:ext cx="2560320" cy="1097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55080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11  GUIDELINES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header with scroll indicators  ·  Alternating Ice White / Ocean Blue / Black sections  ·  Bottom ticker bar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INTERACTION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SCROLL INTERACTIONS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30936" y="1865376"/>
            <a:ext cx="352044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783080"/>
            <a:ext cx="3520440" cy="178308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HERO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grows from a windowed photo to full screen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25696" y="1865376"/>
            <a:ext cx="352044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43400" y="1783080"/>
            <a:ext cx="3520440" cy="17830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HISTORY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timeline starting at 1786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0456" y="1865376"/>
            <a:ext cx="352044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38160" y="1783080"/>
            <a:ext cx="3520440" cy="17830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TYPES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Expandable panels compare climbing styles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0936" y="3877056"/>
            <a:ext cx="352044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794760"/>
            <a:ext cx="3520440" cy="17830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TECHNIQUES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4434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visual while steps scroll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425696" y="3877056"/>
            <a:ext cx="352044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43400" y="3794760"/>
            <a:ext cx="3520440" cy="17830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2628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SHELTER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526280" y="4434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crossfade between tent, snow cave, bivouac, hut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220456" y="3877056"/>
            <a:ext cx="352044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38160" y="3794760"/>
            <a:ext cx="3520440" cy="178308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2104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RECORDS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321040" y="4434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Counters count up to 8,849m and 14 peaks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CONTENT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HISTORY AND TECHNIQUES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30936" y="1911096"/>
            <a:ext cx="5486400" cy="4206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65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HISTORY TIMELINE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68880"/>
            <a:ext cx="51206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1786  First ascent of Mont Blanc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Age of Alpinism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Himalayan expeditions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Everest era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Light, fast and modern climbing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391656" y="1911096"/>
            <a:ext cx="5303520" cy="4206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TECHNIQUES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46888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Route finding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Anchoring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Belaying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Rappelling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visuals stay pinned while each step scrolls past.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CONTENT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HAZARDS AND RECORDS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30936" y="1911096"/>
            <a:ext cx="5486400" cy="4206240"/>
          </a:xfrm>
          <a:prstGeom prst="rect">
            <a:avLst/>
          </a:prstGeom>
          <a:solidFill>
            <a:srgbClr val="0B5ED7"/>
          </a:solidFill>
          <a:ln w="12700">
            <a:solidFill>
              <a:srgbClr val="0B5E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solidFill>
            <a:srgbClr val="000000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65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HAZARDS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68880"/>
            <a:ext cx="51206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Avalanches, crevasses and altitude sickness, shown with giant outlined warning type on a black canvas.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391656" y="1911096"/>
            <a:ext cx="53035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RECORDS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46888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counters for 8,849m and the 14 highest peaks, plus milestone years for key firsts.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GEOSPATIAL AND MEDIA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CLUBS MAP AND GALLERY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30936" y="1911096"/>
            <a:ext cx="5486400" cy="4206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65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CLUBS EXPLORER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68880"/>
            <a:ext cx="51206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Leaflet map with custom neo-brutalist markers for The Alpine Club UK, the American Alpine Club and the Nepal Mountaineering Association.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Tiles: Esri Light Gray Canvas.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91656" y="1911096"/>
            <a:ext cx="5303520" cy="4206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GALLERY AND STORIES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46888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Asymmetric photo grid and a full-screen lightbox. Success Stories use large Bodoni quotes such as "One expedition, one route, two people on the summit."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ENGINEERING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TECHNICAL STACK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30936" y="1865376"/>
            <a:ext cx="352044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783080"/>
            <a:ext cx="3520440" cy="17830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HTML5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structure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25696" y="1865376"/>
            <a:ext cx="352044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43400" y="1783080"/>
            <a:ext cx="3520440" cy="178308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CSS3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Grid, Flexbox, custom properties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0456" y="1865376"/>
            <a:ext cx="352044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38160" y="1783080"/>
            <a:ext cx="3520440" cy="17830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VANILLA JS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24231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ES6+ rendering and interaction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30936" y="3877056"/>
            <a:ext cx="352044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794760"/>
            <a:ext cx="3520440" cy="178308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GSAP + SCROLLTRIGGER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4434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animations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425696" y="3877056"/>
            <a:ext cx="352044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43400" y="3794760"/>
            <a:ext cx="3520440" cy="17830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2628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LENIS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526280" y="4434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inertial scrolling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220456" y="3877056"/>
            <a:ext cx="352044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38160" y="3794760"/>
            <a:ext cx="3520440" cy="178308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2104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LEAFLET.JS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321040" y="4434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clubs map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  ·  NO DATABASE  ·  NO BUILD PIPELINE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PROCESS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DEVELOPMENT JOURNEY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30936" y="1865376"/>
            <a:ext cx="539496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783080"/>
            <a:ext cx="5394960" cy="1920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BUILD 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Comic-scene concept, discarded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00216" y="1865376"/>
            <a:ext cx="539496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783080"/>
            <a:ext cx="5394960" cy="1920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BUILD 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42316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Ground-style concept, discarded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0936" y="4059936"/>
            <a:ext cx="539496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977640"/>
            <a:ext cx="5394960" cy="192024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FRESH RESTART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6177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Neo-brutalist editorial manual, the final build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00216" y="4059936"/>
            <a:ext cx="539496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3977640"/>
            <a:ext cx="5394960" cy="1920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MAP FIX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46177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 tiles, then OpenStreetMap, failed. Esri Light Gray now works.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src/ppt/media/image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QUALITY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TESTING AND ACCESSIBILITY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30936" y="1911096"/>
            <a:ext cx="5486400" cy="4206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65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ACCESSIBILITY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68880"/>
            <a:ext cx="51206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focus on custom controls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prefers-reduced-motion overrides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black-on-white contrast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Touch-friendly targets (44px+)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300216" y="2551176"/>
            <a:ext cx="5303520" cy="2011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2468880"/>
            <a:ext cx="5303520" cy="201168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2606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RESPONSIVE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300984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Layouts scale from desktop to tablet to mobile with no horizontal scroll.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DELIVERABLES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DOCUMENTATION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30936" y="1911096"/>
            <a:ext cx="3520440" cy="1737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28800"/>
            <a:ext cx="3520440" cy="173736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2880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PROBLEM DEFINITION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425696" y="1911096"/>
            <a:ext cx="3520440" cy="1737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43400" y="1828800"/>
            <a:ext cx="3520440" cy="17373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182880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DESIGN SPECIFICATIONS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0456" y="1911096"/>
            <a:ext cx="3520440" cy="1737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38160" y="1828800"/>
            <a:ext cx="3520440" cy="173736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21040" y="182880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FLOWCHART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30936" y="3922776"/>
            <a:ext cx="3520440" cy="1737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3840480"/>
            <a:ext cx="3520440" cy="17373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84048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DATA FLOW DIAGRAM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425696" y="3922776"/>
            <a:ext cx="3520440" cy="1737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43400" y="3840480"/>
            <a:ext cx="3520440" cy="173736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26280" y="384048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TEST CASES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8220456" y="3922776"/>
            <a:ext cx="3520440" cy="1737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38160" y="3840480"/>
            <a:ext cx="3520440" cy="17373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21040" y="384048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ASSUMPTIONS AND README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E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PEOPLE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OUR TEAM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30936" y="1865376"/>
            <a:ext cx="539496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783080"/>
            <a:ext cx="5394960" cy="192024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UZAIR NAUFIL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Student1730807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300216" y="1865376"/>
            <a:ext cx="539496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783080"/>
            <a:ext cx="5394960" cy="1920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RIYAN AHMED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42316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Student1731033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30936" y="4059936"/>
            <a:ext cx="539496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977640"/>
            <a:ext cx="5394960" cy="19202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MUHAMMAD AHMED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6177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Student1731035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300216" y="4059936"/>
            <a:ext cx="539496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17920" y="3977640"/>
            <a:ext cx="5394960" cy="1920240"/>
          </a:xfrm>
          <a:prstGeom prst="rect">
            <a:avLst/>
          </a:prstGeom>
          <a:solidFill>
            <a:srgbClr val="0B5ED7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SYED KHIZAR MUHAMMAD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46177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Student1731034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731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C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 &gt;  History  &gt;  Hazards  &gt;  Clubs map  &gt;  Gallery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30936" y="2734056"/>
            <a:ext cx="11064240" cy="2103120"/>
          </a:xfrm>
          <a:prstGeom prst="rect">
            <a:avLst/>
          </a:prstGeom>
          <a:solidFill>
            <a:srgbClr val="0B5ED7"/>
          </a:solidFill>
          <a:ln w="12700">
            <a:solidFill>
              <a:srgbClr val="0B5E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2651760"/>
            <a:ext cx="11064240" cy="2103120"/>
          </a:xfrm>
          <a:prstGeom prst="rect">
            <a:avLst/>
          </a:prstGeom>
          <a:solidFill>
            <a:srgbClr val="000000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788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PROJECT STATUS: COMPLETE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91840"/>
            <a:ext cx="10698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11 sections, interactions and the clubs map are built, tested and locked for final submission.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Alpine Ascents turns mountaineering knowledge into an interactive expedition.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-  Questions and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925</Words>
  <Application>Microsoft Office PowerPoint</Application>
  <PresentationFormat>Widescreen</PresentationFormat>
  <Paragraphs>183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Georgia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4</cp:revision>
  <dcterms:created xsi:type="dcterms:W3CDTF">2026-09-30T15:52:50Z</dcterms:created>
  <dcterms:modified xsi:type="dcterms:W3CDTF">2026-10-02T04:27:46Z</dcterms:modified>
</cp:coreProperties>
</file>